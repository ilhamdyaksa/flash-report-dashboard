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147474856" r:id="rId3"/>
    <p:sldId id="2147474857" r:id="rId4"/>
    <p:sldId id="2147474858" r:id="rId5"/>
  </p:sldIdLst>
  <p:sldSz cx="12192000" cy="6858000"/>
  <p:notesSz cx="6858000" cy="9144000"/>
  <p:embeddedFontLst>
    <p:embeddedFont>
      <p:font typeface="Yu Gothic" panose="020B0400000000000000" pitchFamily="34" charset="-128"/>
      <p:regular r:id="rId7"/>
      <p:bold r:id="rId8"/>
    </p:embeddedFont>
    <p:embeddedFont>
      <p:font typeface="Barlow" panose="00000500000000000000" pitchFamily="2" charset="0"/>
      <p:regular r:id="rId9"/>
      <p:bold r:id="rId10"/>
      <p:italic r:id="rId11"/>
      <p:boldItalic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Plus Jakarta Sans"/>
      <p:italic r:id="rId21"/>
    </p:embeddedFont>
    <p:embeddedFont>
      <p:font typeface="Segoe UI" panose="020B0502040204020203" pitchFamily="34" charset="0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theme" Target="theme/theme1.xml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5888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038622"/>
            <a:ext cx="4491943" cy="3455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484"/>
              </a:lnSpc>
            </a:pPr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456955" cy="530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diambil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 {{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timestamp_data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sz="1125" i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121078" cy="1000125"/>
                <a:chOff x="5547667" y="4336366"/>
                <a:chExt cx="3530649" cy="1000125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3" y="4555441"/>
                  <a:ext cx="3172035" cy="1956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Rata-rata Availability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2"/>
                  <a:ext cx="3478548" cy="44725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09999"/>
                      </a:solidFill>
                    </a:rPr>
                    <a:t>{{</a:t>
                  </a:r>
                  <a:r>
                    <a:rPr lang="en-US" sz="2400" b="1" dirty="0" err="1">
                      <a:solidFill>
                        <a:srgbClr val="009999"/>
                      </a:solidFill>
                    </a:rPr>
                    <a:t>avg_avail</a:t>
                  </a:r>
                  <a:r>
                    <a:rPr lang="en-US" sz="2400" b="1" dirty="0">
                      <a:solidFill>
                        <a:srgbClr val="009999"/>
                      </a:solidFill>
                    </a:rPr>
                    <a:t>}}</a:t>
                  </a:r>
                  <a:endParaRPr lang="en-US" sz="2100" b="1" dirty="0">
                    <a:solidFill>
                      <a:srgbClr val="009999"/>
                    </a:solidFill>
                    <a:latin typeface="Plus Jakarta Sans"/>
                  </a:endParaRP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7" y="2255544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705FEB99-9A00-4D4D-A1CC-E9FF8BB089EC}"/>
                </a:ext>
              </a:extLst>
            </p:cNvPr>
            <p:cNvSpPr txBox="1"/>
            <p:nvPr/>
          </p:nvSpPr>
          <p:spPr>
            <a:xfrm>
              <a:off x="10387911" y="2203782"/>
              <a:ext cx="1383908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B050"/>
                  </a:solidFill>
                </a:rPr>
                <a:t>{{</a:t>
              </a:r>
              <a:r>
                <a:rPr lang="en-US" sz="2400" b="1" dirty="0" err="1">
                  <a:solidFill>
                    <a:srgbClr val="00B050"/>
                  </a:solidFill>
                </a:rPr>
                <a:t>uso_up</a:t>
              </a:r>
              <a:r>
                <a:rPr lang="en-US" sz="2400" b="1" dirty="0">
                  <a:solidFill>
                    <a:srgbClr val="00B050"/>
                  </a:solidFill>
                </a:rPr>
                <a:t>}}</a:t>
              </a:r>
              <a:endParaRPr lang="en-US" sz="2400" b="1" dirty="0">
                <a:solidFill>
                  <a:srgbClr val="00B050"/>
                </a:solidFill>
                <a:latin typeface="Plus Jakarta Sans"/>
              </a:endParaRPr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50112" y="338930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{{4g_down}} Site</a:t>
              </a: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3386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(No Data)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4" name="Rounded Rectangle 26">
              <a:extLst>
                <a:ext uri="{FF2B5EF4-FFF2-40B4-BE49-F238E27FC236}">
                  <a16:creationId xmlns:a16="http://schemas.microsoft.com/office/drawing/2014/main" id="{CD7440F4-55B5-4F64-98C6-9D719AF4B11B}"/>
                </a:ext>
              </a:extLst>
            </p:cNvPr>
            <p:cNvSpPr/>
            <p:nvPr/>
          </p:nvSpPr>
          <p:spPr>
            <a:xfrm>
              <a:off x="10520768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FF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FBF0BEBF-3A0D-4F5D-B96C-299049D93127}"/>
                </a:ext>
              </a:extLst>
            </p:cNvPr>
            <p:cNvSpPr txBox="1"/>
            <p:nvPr/>
          </p:nvSpPr>
          <p:spPr>
            <a:xfrm>
              <a:off x="10416319" y="3389521"/>
              <a:ext cx="1165898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{{</a:t>
              </a:r>
              <a:r>
                <a:rPr lang="en-US" sz="2400" b="1" dirty="0" err="1">
                  <a:solidFill>
                    <a:schemeClr val="bg1">
                      <a:lumMod val="50000"/>
                    </a:schemeClr>
                  </a:solidFill>
                </a:rPr>
                <a:t>unmonitor</a:t>
              </a:r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}}</a:t>
              </a:r>
              <a:endParaRPr lang="en-US" sz="2400" b="1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5AA58FA-43C0-4BA9-B314-A7EF9F0865B7}"/>
                </a:ext>
              </a:extLst>
            </p:cNvPr>
            <p:cNvSpPr txBox="1"/>
            <p:nvPr/>
          </p:nvSpPr>
          <p:spPr>
            <a:xfrm>
              <a:off x="5624430" y="2745812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D5358119-AA93-45F0-8DB6-A6DBA6DBF3A4}"/>
                </a:ext>
              </a:extLst>
            </p:cNvPr>
            <p:cNvSpPr txBox="1"/>
            <p:nvPr/>
          </p:nvSpPr>
          <p:spPr>
            <a:xfrm>
              <a:off x="5721418" y="3982889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Site Status Kabupaten Level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7489103" y="611672"/>
            <a:ext cx="4605713" cy="4913997"/>
            <a:chOff x="7940641" y="6474982"/>
            <a:chExt cx="5944472" cy="2655632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Cakupan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Wilayah &amp; Site: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Peristiwa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jenis_kejadian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({{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detail_kejadian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}}) di wilayah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lokasi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melingkupi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total_site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yang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tersebar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n_kab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n_kec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Kecamatan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Kondisi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Layanan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Terkini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Tercatat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sebanyak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site_up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(Normal/Up)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(Down/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Kritis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).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Wilayah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Dampak</a:t>
              </a: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Konsentrasi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site down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berada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dengan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top_kab_down_count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down (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rincian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{{top_kab_down_4g}} Site 4G &amp;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top_kab_down_uso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USO). 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Tindak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Lanjut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Mitigasi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Tim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operasional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BAKTI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bersama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mitra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fokus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memprioritaskan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pemulihan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transmisi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dan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catu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daya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pada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desa-desa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terdampak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wilayah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}}.</a:t>
              </a:r>
            </a:p>
            <a:p>
              <a:pPr algn="just"/>
              <a:endParaRPr sz="1400" dirty="0">
                <a:latin typeface="Plus Jakarta San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05676" y="6526587"/>
              <a:ext cx="5627492" cy="103232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lang="en-US" sz="1400" b="1" dirty="0">
                  <a:latin typeface="Plus Jakarta Sans"/>
                </a:rPr>
                <a:t>RINGKASAN EKSEKUTIF &amp; SITUASI OPERASIONAL: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2" cy="811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endParaRPr lang="en-US" sz="1100" dirty="0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6" y="6519237"/>
              <a:ext cx="225950" cy="121031"/>
            </a:xfrm>
            <a:prstGeom prst="rect">
              <a:avLst/>
            </a:prstGeom>
          </p:spPr>
        </p:pic>
      </p:grpSp>
      <p:sp>
        <p:nvSpPr>
          <p:cNvPr id="15" name="PH_TABEL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4"/>
            <a:ext cx="7251674" cy="611671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PH_TABEL</a:t>
            </a:r>
          </a:p>
        </p:txBody>
      </p:sp>
    </p:spTree>
    <p:extLst>
      <p:ext uri="{BB962C8B-B14F-4D97-AF65-F5344CB8AC3E}">
        <p14:creationId xmlns:p14="http://schemas.microsoft.com/office/powerpoint/2010/main" val="701078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839</Words>
  <Application>Microsoft Office PowerPoint</Application>
  <PresentationFormat>Widescreen</PresentationFormat>
  <Paragraphs>99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Segoe UI</vt:lpstr>
      <vt:lpstr>Yu Gothic</vt:lpstr>
      <vt:lpstr>Arial</vt:lpstr>
      <vt:lpstr>Barlow</vt:lpstr>
      <vt:lpstr>Calibri</vt:lpstr>
      <vt:lpstr>Montserrat</vt:lpstr>
      <vt:lpstr>Plus Jakarta Sans</vt:lpstr>
      <vt:lpstr>Wingdings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  <vt:lpstr>Site Status Kabupaten Level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51</cp:revision>
  <dcterms:created xsi:type="dcterms:W3CDTF">2013-01-27T09:14:16Z</dcterms:created>
  <dcterms:modified xsi:type="dcterms:W3CDTF">2026-10-08T12:36:57Z</dcterms:modified>
  <cp:category/>
</cp:coreProperties>
</file>